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8" r:id="rId7"/>
    <p:sldId id="260" r:id="rId8"/>
    <p:sldId id="263" r:id="rId9"/>
    <p:sldId id="262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9FEEC-756C-ED1C-8143-01B0E856A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FDBF3-C1FA-1E0D-8995-2FD1BD3C6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EAC28-1234-C0EE-8645-83CB40EED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347B-30FC-1E4D-DC4A-807CCA04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E41AC-A000-D352-0887-8ED6E0E7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519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BE48-74E5-4A16-A810-47BCA5D0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4609-9EE8-C322-81D0-A42B693D2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D396-5E18-C06A-E112-F9DE962B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1D4B6-257D-E7AA-DF16-63D672BD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536F2-B657-BF80-1971-13DC5C2F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164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4576A-58D9-25A7-C3EC-9B0E449E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7C359-F49F-6932-1B20-CB1DC8A9D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7D640-4F31-F86E-9E97-25A70A21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11AEC-A08D-1632-CD8B-93323463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7703E-2FCC-43CE-A68C-A1297369C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77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218A-57D2-A171-4BB8-36DF13717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B1BD-2FCF-C432-6C19-7228ECF8D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62D7D-62A8-12A2-98EE-1E60E971A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F32D7-B5D7-6611-1753-45A43D16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116EE-ABBE-DFB7-0116-74A8773F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6ACE9-B2DF-A50E-F26B-FEAE269C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1886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8CF2-031C-0C80-CCDA-B6E41C67C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57D7E-69A3-B188-DDAF-0E6B1B8BF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4EA19-E709-ADC9-DA7E-0835E27BA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69726-C2B5-4F1C-184C-A3FD26780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17C74-1FC7-D837-E13A-B01CF9712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34EBF-B510-B541-8B1D-5C4CB706E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962CB-AB32-5ACC-3C22-242324875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4DB122-8B68-4A0F-A359-FEEE75F8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051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EB23-2A38-26E2-FC83-760F619F3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163003-F9D8-1CC7-8760-F385145E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77F0D-5AC6-057E-C503-56BCDE47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EBAEE-2B42-648E-A715-5D61CC00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084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92651-B12C-EAE7-3CE0-15C0B0D3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5BDC3-2B60-E561-E128-13C0DDB3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37581-DD51-7434-971D-13982E8C0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389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68AD-DB7C-22E7-8A63-0FB71285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FA350-5AA6-9A78-991A-C1F018477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516E4-8CC2-869C-5037-94817AE7A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6D4C4-2A30-E122-EA9E-21570BB6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9E301-B63D-A836-245C-1EB3FAC3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70EE1-E303-83FE-BFC0-1F5FBAC3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8087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84D6-E35C-3D41-DED8-B9510FA26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EA800-4FF8-8EB6-4332-E30480567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D5E3D-3068-3E0E-8170-27A8B7316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11188-1311-B6DF-6468-D2B68DAA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832BA-A1A0-4DFA-EA16-C7CAEB0E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BAD7A-C818-A8C0-897C-EB3E5AF0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948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A33C-2E59-711B-7C67-0ED6AE4C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9D3CC-FEBC-9245-7EDE-156E067FB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7DC96-27B6-8BB5-4608-5A336B24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18799-37E5-A943-A930-EDE62BAF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B508-7CB7-3F0B-C9C9-3B443443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6689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5D7ED-3155-566E-990A-E5E6D0AA1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71178-1219-C6C2-8DB2-01AB704E9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8A0D7-F780-57BA-2F63-2CCB1FC9F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95C7-84E1-D7D9-A9DF-75747BBC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6F0B6-1538-A930-BC39-8E26CA8C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89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7E60D-F863-082D-A372-18D4B90D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AC834-381D-1055-0B5D-529F809A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35044-B6AD-E837-BC3D-D2E58AB12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CF1BF-BFCF-4F8B-9AAE-10E8DE0AD6FE}" type="datetimeFigureOut">
              <a:rPr lang="en-PH" smtClean="0"/>
              <a:t>10/24/2025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5626C-8D85-85B5-C109-5928BFB92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0D3D6-ADCD-CCD8-80D9-11025FF72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513CC-49FB-4A7F-BC99-B5189A502A3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35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BB08627-4A68-36B7-04CE-4846805CF0DB}"/>
              </a:ext>
            </a:extLst>
          </p:cNvPr>
          <p:cNvGrpSpPr/>
          <p:nvPr/>
        </p:nvGrpSpPr>
        <p:grpSpPr>
          <a:xfrm>
            <a:off x="1614745" y="38100"/>
            <a:ext cx="9140307" cy="6858000"/>
            <a:chOff x="1614745" y="38100"/>
            <a:chExt cx="9140307" cy="6858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4CA3A3A-2539-8E4B-7E48-A027CAB49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651756">
              <a:off x="2494734" y="1494358"/>
              <a:ext cx="1637052" cy="862410"/>
            </a:xfrm>
            <a:prstGeom prst="rect">
              <a:avLst/>
            </a:prstGeom>
          </p:spPr>
        </p:pic>
        <p:pic>
          <p:nvPicPr>
            <p:cNvPr id="8" name="Picture 7" descr="A hand holding a phone with a cord attached to a wall outlet&#10;&#10;AI-generated content may be incorrect.">
              <a:extLst>
                <a:ext uri="{FF2B5EF4-FFF2-40B4-BE49-F238E27FC236}">
                  <a16:creationId xmlns:a16="http://schemas.microsoft.com/office/drawing/2014/main" id="{7DDEEFD5-F81E-2512-7722-D939D6DE1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62" b="96931" l="0" r="97939">
                          <a14:foregroundMark x1="32606" y1="21648" x2="44364" y2="81745"/>
                          <a14:foregroundMark x1="30061" y1="77060" x2="86667" y2="73183"/>
                          <a14:foregroundMark x1="89939" y1="75283" x2="18424" y2="82391"/>
                          <a14:foregroundMark x1="60606" y1="82391" x2="5091" y2="86914"/>
                          <a14:foregroundMark x1="19030" y1="81906" x2="19030" y2="81906"/>
                          <a14:foregroundMark x1="4606" y1="32633" x2="0" y2="87884"/>
                          <a14:foregroundMark x1="8242" y1="31987" x2="7636" y2="92246"/>
                          <a14:foregroundMark x1="3879" y1="31987" x2="10788" y2="14055"/>
                          <a14:foregroundMark x1="10788" y1="14055" x2="22303" y2="2262"/>
                          <a14:foregroundMark x1="17697" y1="11309" x2="89212" y2="12116"/>
                          <a14:foregroundMark x1="89212" y1="12116" x2="94303" y2="11309"/>
                          <a14:foregroundMark x1="82788" y1="64620" x2="37818" y2="24879"/>
                          <a14:foregroundMark x1="56000" y1="35703" x2="88606" y2="66397"/>
                          <a14:foregroundMark x1="89576" y1="78837" x2="49091" y2="88045"/>
                          <a14:foregroundMark x1="71030" y1="89661" x2="19879" y2="83360"/>
                          <a14:foregroundMark x1="21091" y1="86430" x2="41212" y2="91599"/>
                          <a14:foregroundMark x1="3758" y1="93538" x2="30303" y2="94507"/>
                          <a14:foregroundMark x1="30303" y1="94507" x2="80364" y2="89338"/>
                          <a14:foregroundMark x1="82424" y1="89661" x2="92848" y2="19386"/>
                          <a14:foregroundMark x1="88485" y1="15670" x2="85212" y2="75929"/>
                          <a14:foregroundMark x1="87636" y1="51212" x2="93939" y2="94507"/>
                          <a14:foregroundMark x1="93576" y1="91922" x2="54424" y2="96607"/>
                          <a14:foregroundMark x1="54424" y1="96607" x2="54061" y2="97092"/>
                          <a14:foregroundMark x1="50909" y1="65590" x2="53818" y2="33603"/>
                          <a14:foregroundMark x1="95394" y1="88368" x2="97939" y2="3877"/>
                          <a14:foregroundMark x1="86909" y1="8562" x2="49212" y2="8562"/>
                          <a14:foregroundMark x1="17888" y1="35152" x2="17212" y2="80291"/>
                          <a14:foregroundMark x1="18303" y1="7431" x2="18103" y2="20727"/>
                          <a14:foregroundMark x1="10061" y1="52019" x2="24242" y2="89176"/>
                          <a14:foregroundMark x1="8364" y1="25040" x2="9333" y2="7108"/>
                          <a14:backgroundMark x1="13939" y1="25687" x2="14424" y2="28756"/>
                          <a14:backgroundMark x1="17455" y1="26333" x2="17091" y2="29725"/>
                          <a14:backgroundMark x1="19030" y1="26656" x2="17697" y2="31664"/>
                          <a14:backgroundMark x1="20848" y1="27141" x2="20606" y2="30372"/>
                          <a14:backgroundMark x1="19394" y1="25363" x2="16606" y2="24879"/>
                          <a14:backgroundMark x1="18303" y1="32633" x2="17212" y2="34572"/>
                          <a14:backgroundMark x1="18182" y1="23263" x2="18182" y2="23263"/>
                          <a14:backgroundMark x1="18303" y1="31664" x2="17333" y2="32310"/>
                          <a14:backgroundMark x1="19030" y1="22779" x2="17697" y2="22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4745" y="38100"/>
              <a:ext cx="9140307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7891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ED4CB-9CFC-DCA4-DD04-C2439D71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7133C4-2374-F902-F16D-1CC554934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42" y="43678"/>
            <a:ext cx="10162315" cy="677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6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BBA30-F3C5-EF4B-1EBD-542E13D2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319C8B-3FD5-609F-AD26-67519027C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00" y="265072"/>
            <a:ext cx="8813800" cy="632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4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F82A-0438-A23C-3997-00B181CF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16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2CBC-9A46-B2DD-70FC-2CC1B6A7F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lit AC 1.5 TR WITH 5MTR PIPE | Falcon Air Conditioners">
            <a:extLst>
              <a:ext uri="{FF2B5EF4-FFF2-40B4-BE49-F238E27FC236}">
                <a16:creationId xmlns:a16="http://schemas.microsoft.com/office/drawing/2014/main" id="{2D4FCD8E-E448-FB16-8DFF-2DF57A63E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406" y="0"/>
            <a:ext cx="8572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804545-7068-707D-953F-1E18E31DEB88}"/>
              </a:ext>
            </a:extLst>
          </p:cNvPr>
          <p:cNvSpPr txBox="1"/>
          <p:nvPr/>
        </p:nvSpPr>
        <p:spPr>
          <a:xfrm>
            <a:off x="1043686" y="2545763"/>
            <a:ext cx="372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3600" b="1" dirty="0"/>
              <a:t>House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CA06C4F-8590-0E4B-26A7-8B620B6772F9}"/>
              </a:ext>
            </a:extLst>
          </p:cNvPr>
          <p:cNvCxnSpPr>
            <a:cxnSpLocks/>
          </p:cNvCxnSpPr>
          <p:nvPr/>
        </p:nvCxnSpPr>
        <p:spPr>
          <a:xfrm>
            <a:off x="4104036" y="2868929"/>
            <a:ext cx="66837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6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5C2B3-E77B-83A6-65FA-971A1924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4C641F-AEBB-1CBA-DE71-90481284DF15}"/>
              </a:ext>
            </a:extLst>
          </p:cNvPr>
          <p:cNvSpPr txBox="1"/>
          <p:nvPr/>
        </p:nvSpPr>
        <p:spPr>
          <a:xfrm>
            <a:off x="-492506" y="2782669"/>
            <a:ext cx="372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3600" b="1" dirty="0"/>
              <a:t>Industrial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56F2214-90F0-940A-D6F6-A22EB005C704}"/>
              </a:ext>
            </a:extLst>
          </p:cNvPr>
          <p:cNvCxnSpPr>
            <a:cxnSpLocks/>
          </p:cNvCxnSpPr>
          <p:nvPr/>
        </p:nvCxnSpPr>
        <p:spPr>
          <a:xfrm>
            <a:off x="2567844" y="3161537"/>
            <a:ext cx="66837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he race is on to build the world's most complex machine">
            <a:extLst>
              <a:ext uri="{FF2B5EF4-FFF2-40B4-BE49-F238E27FC236}">
                <a16:creationId xmlns:a16="http://schemas.microsoft.com/office/drawing/2014/main" id="{5624E760-8224-B74A-3701-79A41A958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440" y="896112"/>
            <a:ext cx="8290560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56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ACC3-5351-9A3E-CDE9-A59CD71C0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hat, is this a W goon cave? - - - - - #memes #meme #funnymemes  #explorepage #explore #explorememes #memepage #memestagram #memez  #relatable #relatablememes #memesdaily #funniestmemes ...">
            <a:extLst>
              <a:ext uri="{FF2B5EF4-FFF2-40B4-BE49-F238E27FC236}">
                <a16:creationId xmlns:a16="http://schemas.microsoft.com/office/drawing/2014/main" id="{AD43CE50-8031-20E3-1BE0-231682B4F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1" y="1301019"/>
            <a:ext cx="4673600" cy="42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ow to make your gaming PC last longer">
            <a:extLst>
              <a:ext uri="{FF2B5EF4-FFF2-40B4-BE49-F238E27FC236}">
                <a16:creationId xmlns:a16="http://schemas.microsoft.com/office/drawing/2014/main" id="{BEE7C194-6FB6-3E91-6002-2EF52C497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49120"/>
            <a:ext cx="5617352" cy="315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5713A5-833F-2EC3-4C33-95EF7873658B}"/>
              </a:ext>
            </a:extLst>
          </p:cNvPr>
          <p:cNvSpPr txBox="1"/>
          <p:nvPr/>
        </p:nvSpPr>
        <p:spPr>
          <a:xfrm>
            <a:off x="1148080" y="538480"/>
            <a:ext cx="372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 dirty="0"/>
              <a:t>Single phase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B588E-06DC-5C42-CA8E-7DD19E6739CD}"/>
              </a:ext>
            </a:extLst>
          </p:cNvPr>
          <p:cNvSpPr txBox="1"/>
          <p:nvPr/>
        </p:nvSpPr>
        <p:spPr>
          <a:xfrm>
            <a:off x="7408672" y="565420"/>
            <a:ext cx="372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b="1"/>
              <a:t>Three phase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4265227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2DB0-FCD0-D603-1BD4-322EDA93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Three Phase Current - Calculation - Power Systems">
            <a:extLst>
              <a:ext uri="{FF2B5EF4-FFF2-40B4-BE49-F238E27FC236}">
                <a16:creationId xmlns:a16="http://schemas.microsoft.com/office/drawing/2014/main" id="{F17694A3-0032-1CA8-1DC2-B7D20A315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54" y="1140635"/>
            <a:ext cx="6146802" cy="457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iagram of different types of electrical wires&#10;&#10;AI-generated content may be incorrect.">
            <a:extLst>
              <a:ext uri="{FF2B5EF4-FFF2-40B4-BE49-F238E27FC236}">
                <a16:creationId xmlns:a16="http://schemas.microsoft.com/office/drawing/2014/main" id="{20FB90F0-30F3-DCB7-8657-02B92573C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22"/>
          <a:stretch>
            <a:fillRect/>
          </a:stretch>
        </p:blipFill>
        <p:spPr>
          <a:xfrm>
            <a:off x="6400800" y="857250"/>
            <a:ext cx="533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894B-8944-0669-1F08-BE27A04D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se-up of a cable&#10;&#10;AI-generated content may be incorrect.">
            <a:extLst>
              <a:ext uri="{FF2B5EF4-FFF2-40B4-BE49-F238E27FC236}">
                <a16:creationId xmlns:a16="http://schemas.microsoft.com/office/drawing/2014/main" id="{334555C1-318F-CC96-5DA3-2C7CA7273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700" y="0"/>
            <a:ext cx="6858000" cy="6858000"/>
          </a:xfrm>
          <a:prstGeom prst="rect">
            <a:avLst/>
          </a:prstGeom>
        </p:spPr>
      </p:pic>
      <p:pic>
        <p:nvPicPr>
          <p:cNvPr id="2050" name="Picture 2" descr="Graph of AC voltage over time (the sine wave).">
            <a:extLst>
              <a:ext uri="{FF2B5EF4-FFF2-40B4-BE49-F238E27FC236}">
                <a16:creationId xmlns:a16="http://schemas.microsoft.com/office/drawing/2014/main" id="{373A9139-B6C0-A10E-DB1F-E52B6709E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08" y="1270843"/>
            <a:ext cx="7782792" cy="431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6BCEC3-7838-3784-EFC6-2C5735EC7F3C}"/>
              </a:ext>
            </a:extLst>
          </p:cNvPr>
          <p:cNvSpPr txBox="1"/>
          <p:nvPr/>
        </p:nvSpPr>
        <p:spPr>
          <a:xfrm>
            <a:off x="10874972" y="3244334"/>
            <a:ext cx="3764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600" b="1" dirty="0"/>
              <a:t>Live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9E8E2-99EC-71D8-FF15-409D49704915}"/>
              </a:ext>
            </a:extLst>
          </p:cNvPr>
          <p:cNvSpPr txBox="1"/>
          <p:nvPr/>
        </p:nvSpPr>
        <p:spPr>
          <a:xfrm>
            <a:off x="7912100" y="3244333"/>
            <a:ext cx="3764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600" b="1" dirty="0"/>
              <a:t>Neutral</a:t>
            </a:r>
          </a:p>
        </p:txBody>
      </p:sp>
    </p:spTree>
    <p:extLst>
      <p:ext uri="{BB962C8B-B14F-4D97-AF65-F5344CB8AC3E}">
        <p14:creationId xmlns:p14="http://schemas.microsoft.com/office/powerpoint/2010/main" val="2955889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A400D-6615-D0E0-5D65-3E9C3072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cable&#10;&#10;AI-generated content may be incorrect.">
            <a:extLst>
              <a:ext uri="{FF2B5EF4-FFF2-40B4-BE49-F238E27FC236}">
                <a16:creationId xmlns:a16="http://schemas.microsoft.com/office/drawing/2014/main" id="{B86369FA-A0F6-E6CB-5D25-2A8331E65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00" y="2374901"/>
            <a:ext cx="6019800" cy="6019800"/>
          </a:xfrm>
          <a:prstGeom prst="rect">
            <a:avLst/>
          </a:prstGeom>
        </p:spPr>
      </p:pic>
      <p:pic>
        <p:nvPicPr>
          <p:cNvPr id="2050" name="Picture 2" descr="Graph of AC voltage over time (the sine wave).">
            <a:extLst>
              <a:ext uri="{FF2B5EF4-FFF2-40B4-BE49-F238E27FC236}">
                <a16:creationId xmlns:a16="http://schemas.microsoft.com/office/drawing/2014/main" id="{26E192E8-E831-016F-4228-FFFBC3A60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223237"/>
            <a:ext cx="6477000" cy="359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ree Phase Current - Calculation - Power Systems">
            <a:extLst>
              <a:ext uri="{FF2B5EF4-FFF2-40B4-BE49-F238E27FC236}">
                <a16:creationId xmlns:a16="http://schemas.microsoft.com/office/drawing/2014/main" id="{260C9909-8130-28B7-FC45-A8C0751C5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900" y="0"/>
            <a:ext cx="5333999" cy="397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diagram of different types of electrical wires&#10;&#10;AI-generated content may be incorrect.">
            <a:extLst>
              <a:ext uri="{FF2B5EF4-FFF2-40B4-BE49-F238E27FC236}">
                <a16:creationId xmlns:a16="http://schemas.microsoft.com/office/drawing/2014/main" id="{AC58AC47-A132-0B74-4629-21B44C4A46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22"/>
          <a:stretch>
            <a:fillRect/>
          </a:stretch>
        </p:blipFill>
        <p:spPr>
          <a:xfrm>
            <a:off x="6451600" y="3971540"/>
            <a:ext cx="533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50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0D1B-FB4A-0CD8-AAE6-AB0828548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cable&#10;&#10;AI-generated content may be incorrect.">
            <a:extLst>
              <a:ext uri="{FF2B5EF4-FFF2-40B4-BE49-F238E27FC236}">
                <a16:creationId xmlns:a16="http://schemas.microsoft.com/office/drawing/2014/main" id="{693DE5C0-0962-F752-9FD1-5995EDBF6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62900" y="2374901"/>
            <a:ext cx="6019800" cy="6019800"/>
          </a:xfrm>
          <a:prstGeom prst="rect">
            <a:avLst/>
          </a:prstGeom>
        </p:spPr>
      </p:pic>
      <p:pic>
        <p:nvPicPr>
          <p:cNvPr id="2050" name="Picture 2" descr="Graph of AC voltage over time (the sine wave).">
            <a:extLst>
              <a:ext uri="{FF2B5EF4-FFF2-40B4-BE49-F238E27FC236}">
                <a16:creationId xmlns:a16="http://schemas.microsoft.com/office/drawing/2014/main" id="{3D175C0C-C897-58F0-81FA-889E12F56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64400" y="223237"/>
            <a:ext cx="6477000" cy="359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D228A5C-E50D-75F4-740C-6F3B3B71E03E}"/>
              </a:ext>
            </a:extLst>
          </p:cNvPr>
          <p:cNvGrpSpPr/>
          <p:nvPr/>
        </p:nvGrpSpPr>
        <p:grpSpPr>
          <a:xfrm>
            <a:off x="207932" y="2186884"/>
            <a:ext cx="5219698" cy="2369930"/>
            <a:chOff x="527050" y="800099"/>
            <a:chExt cx="11328403" cy="5143500"/>
          </a:xfrm>
        </p:grpSpPr>
        <p:pic>
          <p:nvPicPr>
            <p:cNvPr id="2052" name="Picture 4" descr="Three Phase Current - Calculation - Power Systems">
              <a:extLst>
                <a:ext uri="{FF2B5EF4-FFF2-40B4-BE49-F238E27FC236}">
                  <a16:creationId xmlns:a16="http://schemas.microsoft.com/office/drawing/2014/main" id="{FDA18A65-DE78-E02F-1C62-E6DBC19F57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050" y="1413261"/>
              <a:ext cx="5333999" cy="3971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 diagram of different types of electrical wires&#10;&#10;AI-generated content may be incorrect.">
              <a:extLst>
                <a:ext uri="{FF2B5EF4-FFF2-40B4-BE49-F238E27FC236}">
                  <a16:creationId xmlns:a16="http://schemas.microsoft.com/office/drawing/2014/main" id="{CF15CA54-CFA6-23B7-E6F8-5F29D2F11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2222"/>
            <a:stretch>
              <a:fillRect/>
            </a:stretch>
          </p:blipFill>
          <p:spPr>
            <a:xfrm>
              <a:off x="6521453" y="800099"/>
              <a:ext cx="5334000" cy="51435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7D04EE2-C7C3-E70D-02D4-727669D4F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428750"/>
            <a:ext cx="5572126" cy="4000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92FA5D-8AB8-BB67-E04C-7903C9C3DBBA}"/>
              </a:ext>
            </a:extLst>
          </p:cNvPr>
          <p:cNvCxnSpPr>
            <a:stCxn id="3" idx="3"/>
          </p:cNvCxnSpPr>
          <p:nvPr/>
        </p:nvCxnSpPr>
        <p:spPr>
          <a:xfrm>
            <a:off x="5427630" y="3371849"/>
            <a:ext cx="66837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044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C47EF-8863-F518-0B78-122293A2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cable&#10;&#10;AI-generated content may be incorrect.">
            <a:extLst>
              <a:ext uri="{FF2B5EF4-FFF2-40B4-BE49-F238E27FC236}">
                <a16:creationId xmlns:a16="http://schemas.microsoft.com/office/drawing/2014/main" id="{D52A1819-C1C4-608B-445F-697D9F514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28" y="2895600"/>
            <a:ext cx="4978402" cy="4978402"/>
          </a:xfrm>
          <a:prstGeom prst="rect">
            <a:avLst/>
          </a:prstGeom>
        </p:spPr>
      </p:pic>
      <p:pic>
        <p:nvPicPr>
          <p:cNvPr id="2050" name="Picture 2" descr="Graph of AC voltage over time (the sine wave).">
            <a:extLst>
              <a:ext uri="{FF2B5EF4-FFF2-40B4-BE49-F238E27FC236}">
                <a16:creationId xmlns:a16="http://schemas.microsoft.com/office/drawing/2014/main" id="{287DDD46-8216-9F7F-F861-00000A957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9370" y="223237"/>
            <a:ext cx="6477000" cy="359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5E20A1-D53A-92EE-CC03-C8E2BC87E3EB}"/>
              </a:ext>
            </a:extLst>
          </p:cNvPr>
          <p:cNvCxnSpPr>
            <a:cxnSpLocks/>
          </p:cNvCxnSpPr>
          <p:nvPr/>
        </p:nvCxnSpPr>
        <p:spPr>
          <a:xfrm>
            <a:off x="5216460" y="3371849"/>
            <a:ext cx="66837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305905A9-26F8-F935-908D-BE06BB99F3C0}"/>
              </a:ext>
            </a:extLst>
          </p:cNvPr>
          <p:cNvGrpSpPr/>
          <p:nvPr/>
        </p:nvGrpSpPr>
        <p:grpSpPr>
          <a:xfrm>
            <a:off x="6096000" y="1066800"/>
            <a:ext cx="6398214" cy="4800600"/>
            <a:chOff x="1614745" y="38100"/>
            <a:chExt cx="9140307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DA4D65E-8CE5-AA80-88F3-62814211C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651756">
              <a:off x="2494734" y="1494358"/>
              <a:ext cx="1637052" cy="862410"/>
            </a:xfrm>
            <a:prstGeom prst="rect">
              <a:avLst/>
            </a:prstGeom>
          </p:spPr>
        </p:pic>
        <p:pic>
          <p:nvPicPr>
            <p:cNvPr id="8" name="Picture 7" descr="A hand holding a phone with a cord attached to a wall outlet&#10;&#10;AI-generated content may be incorrect.">
              <a:extLst>
                <a:ext uri="{FF2B5EF4-FFF2-40B4-BE49-F238E27FC236}">
                  <a16:creationId xmlns:a16="http://schemas.microsoft.com/office/drawing/2014/main" id="{E707CE59-4257-FA4D-38ED-9FEEA4BD1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2262" b="96931" l="0" r="97939">
                          <a14:foregroundMark x1="32606" y1="21648" x2="44364" y2="81745"/>
                          <a14:foregroundMark x1="30061" y1="77060" x2="86667" y2="73183"/>
                          <a14:foregroundMark x1="89939" y1="75283" x2="18424" y2="82391"/>
                          <a14:foregroundMark x1="60606" y1="82391" x2="5091" y2="86914"/>
                          <a14:foregroundMark x1="19030" y1="81906" x2="19030" y2="81906"/>
                          <a14:foregroundMark x1="4606" y1="32633" x2="0" y2="87884"/>
                          <a14:foregroundMark x1="8242" y1="31987" x2="7636" y2="92246"/>
                          <a14:foregroundMark x1="3879" y1="31987" x2="10788" y2="14055"/>
                          <a14:foregroundMark x1="10788" y1="14055" x2="22303" y2="2262"/>
                          <a14:foregroundMark x1="17697" y1="11309" x2="89212" y2="12116"/>
                          <a14:foregroundMark x1="89212" y1="12116" x2="94303" y2="11309"/>
                          <a14:foregroundMark x1="82788" y1="64620" x2="37818" y2="24879"/>
                          <a14:foregroundMark x1="56000" y1="35703" x2="88606" y2="66397"/>
                          <a14:foregroundMark x1="89576" y1="78837" x2="49091" y2="88045"/>
                          <a14:foregroundMark x1="71030" y1="89661" x2="19879" y2="83360"/>
                          <a14:foregroundMark x1="21091" y1="86430" x2="41212" y2="91599"/>
                          <a14:foregroundMark x1="3758" y1="93538" x2="30303" y2="94507"/>
                          <a14:foregroundMark x1="30303" y1="94507" x2="80364" y2="89338"/>
                          <a14:foregroundMark x1="82424" y1="89661" x2="92848" y2="19386"/>
                          <a14:foregroundMark x1="88485" y1="15670" x2="85212" y2="75929"/>
                          <a14:foregroundMark x1="87636" y1="51212" x2="93939" y2="94507"/>
                          <a14:foregroundMark x1="93576" y1="91922" x2="54424" y2="96607"/>
                          <a14:foregroundMark x1="54424" y1="96607" x2="54061" y2="97092"/>
                          <a14:foregroundMark x1="50909" y1="65590" x2="53818" y2="33603"/>
                          <a14:foregroundMark x1="95394" y1="88368" x2="97939" y2="3877"/>
                          <a14:foregroundMark x1="86909" y1="8562" x2="49212" y2="8562"/>
                          <a14:foregroundMark x1="17888" y1="35152" x2="17212" y2="80291"/>
                          <a14:foregroundMark x1="18303" y1="7431" x2="18103" y2="20727"/>
                          <a14:foregroundMark x1="10061" y1="52019" x2="24242" y2="89176"/>
                          <a14:foregroundMark x1="8364" y1="25040" x2="9333" y2="7108"/>
                          <a14:backgroundMark x1="13939" y1="25687" x2="14424" y2="28756"/>
                          <a14:backgroundMark x1="17455" y1="26333" x2="17091" y2="29725"/>
                          <a14:backgroundMark x1="19030" y1="26656" x2="17697" y2="31664"/>
                          <a14:backgroundMark x1="20848" y1="27141" x2="20606" y2="30372"/>
                          <a14:backgroundMark x1="19394" y1="25363" x2="16606" y2="24879"/>
                          <a14:backgroundMark x1="18303" y1="32633" x2="17212" y2="34572"/>
                          <a14:backgroundMark x1="18182" y1="23263" x2="18182" y2="23263"/>
                          <a14:backgroundMark x1="18303" y1="31664" x2="17333" y2="32310"/>
                          <a14:backgroundMark x1="19030" y1="22779" x2="17697" y2="22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4745" y="38100"/>
              <a:ext cx="9140307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4019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</Words>
  <Application>Microsoft Office PowerPoint</Application>
  <PresentationFormat>Widescreen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alvin dana</dc:creator>
  <cp:lastModifiedBy>alvin dana</cp:lastModifiedBy>
  <cp:revision>4</cp:revision>
  <dcterms:created xsi:type="dcterms:W3CDTF">2025-10-23T18:15:46Z</dcterms:created>
  <dcterms:modified xsi:type="dcterms:W3CDTF">2025-10-23T19:16:17Z</dcterms:modified>
</cp:coreProperties>
</file>